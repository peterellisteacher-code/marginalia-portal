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F1E4-34D1-70C7-E634-570041E1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42038-7888-B52B-C8FD-4CD9C1D5B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B7487-9BF1-9E3A-989F-DB960317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3D40D-F634-A0A9-2ABF-31259F42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9F185-F258-5273-62FA-B5B8F426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90CB-C11F-6315-3E5B-63EC432F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A9BE4-671B-63C7-E314-17856E6C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39018-42A6-D364-33CB-C65C8CDC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5E522-17A6-21FC-DED3-5D786C67A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3D8FE-3649-2FF1-AF2C-5AEB16E9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056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77B5-ECB6-25DB-9DA8-C4E5CB802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9099D-3495-8DE8-3C69-02DEB891C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B4BD0-196E-6BD0-C88B-E3474713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7C423-7B30-9931-3E3D-B597B9C9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BC1E5-C500-8B81-3F24-EFE24F97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706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1747-D3C1-499C-C3DC-36CAC9FD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6592-E379-D583-51BE-734828C66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6222D-AA51-54BC-DDB3-2A367E4A2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BA90A-BC06-DA97-DCD0-22335975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F3856-3286-37FF-3E4D-870CFB95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E8122-8395-415B-8684-C285FA4E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68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1AFE-556A-6B9E-7758-A2894863B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584C5-A117-5CC0-E4D7-43B10ABF6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2FB21-B83B-A846-017F-714B0B5B7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DC6F7-29FF-5C25-21E7-63639C807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6AF1C-9CDF-5861-F891-F54E1EDC2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C1A7C-D668-AFD9-E59A-D5755B70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9212C-57AB-5EAF-61F8-77595235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8541F-EB30-3DAC-77FF-125B8756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795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68A3-9BDE-7F0D-7664-9AAF70C0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55588-B7BD-3BCE-B3AC-20F196E9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6631E-45E9-708B-2ED1-C5FCEC7D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CED75-CC9E-BDEF-E6DC-81553093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338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12CA1-A971-F0B5-4ED3-AE7AB033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09703-0BB5-8458-B4CC-B2F85290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12F6C-DB14-6897-67AA-E1280381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40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B43F-BD0D-A40F-62FE-05C8D17A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DF316-5D8C-F523-7B32-E295E01A3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E3694-0E89-0471-819D-5354AB878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1506B-9C60-AF07-FF2E-020B7E0C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DAC6C-49F5-405F-8EA4-5844C7C8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9FC67-9600-19A3-DB65-505D7927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87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8BF7-FFA5-C124-C0CC-1D178660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7226C-E6BB-167B-F7A0-155B472AA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8D76F-8041-92E8-DFCA-07AF05E2E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D79B7-5E30-5CAA-7B09-7592DB3F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20D5C-F3CD-4BB3-FFA9-2991D255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E385-F31C-EF90-F6D8-2D589923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20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3A55-B973-B2DA-DEB2-A83A806A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D046B-D8EB-F52D-92C3-ED134D0EC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C2C7-4512-0B01-D393-D3CF8A25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225B8-A6B8-92E9-B954-CE1C21F9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53F4D-780F-A102-2A82-FDF3D799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570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D3610-D427-595A-FCA8-40C633457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F9C45-B3B8-BBF5-8D3A-060DD8C4B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CFB6A-E54B-E858-2AFC-8D69AFC3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B1048-FC6D-DB40-3E6E-17D2A93D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6F128-89F5-2647-0B59-2AFED409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32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516A4-4554-F4AB-BE4D-D4AC00F8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F72CD-BEED-5227-846F-CAF212568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FD95F-AD0A-FB34-1913-A11A1D45A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D8554-65F7-4473-9E9B-4AD48A38B1BE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32406-42FD-9661-74B4-3260A6279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B1A3-F623-FBC2-B9F7-C21ACACBF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3A867-79FA-4D4E-83CB-D682C65C2F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31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pXNRrtuo38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3bQsZxDQgzU?feature=oembe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38AAF-442F-FE75-5D81-6B3A2336E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AU" sz="5400"/>
              <a:t>Jean-Paul Sartre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26712-B58D-358F-5E89-A5C1158FA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‘We Create Ourselves Through What We Do’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ean-Paul Sartre's existentialism is the original (and best) self-help  philosophy">
            <a:extLst>
              <a:ext uri="{FF2B5EF4-FFF2-40B4-BE49-F238E27FC236}">
                <a16:creationId xmlns:a16="http://schemas.microsoft.com/office/drawing/2014/main" id="{631B836D-6D1E-BDB7-12A2-72B9ED3E57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9" r="1579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74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nline Media 5" title="Jean-Paul Sartre and Existential Choice">
            <a:hlinkClick r:id="" action="ppaction://media"/>
            <a:extLst>
              <a:ext uri="{FF2B5EF4-FFF2-40B4-BE49-F238E27FC236}">
                <a16:creationId xmlns:a16="http://schemas.microsoft.com/office/drawing/2014/main" id="{8D327088-2056-9513-8612-B5A540961AB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86" y="0"/>
            <a:ext cx="12165027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9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B7F6-1538-6743-EBDF-19160C29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65"/>
            <a:ext cx="10515600" cy="755221"/>
          </a:xfrm>
        </p:spPr>
        <p:txBody>
          <a:bodyPr/>
          <a:lstStyle/>
          <a:p>
            <a:r>
              <a:rPr lang="en-AU" dirty="0"/>
              <a:t>Key Ideas: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B611B-44B1-97DC-0733-CE9FE42B5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1492"/>
            <a:ext cx="10983097" cy="5155471"/>
          </a:xfrm>
        </p:spPr>
        <p:txBody>
          <a:bodyPr>
            <a:normAutofit lnSpcReduction="10000"/>
          </a:bodyPr>
          <a:lstStyle/>
          <a:p>
            <a:r>
              <a:rPr lang="en-AU" dirty="0"/>
              <a:t>Unlike objects created for a purpose, humans first exist and then create their own purpose through their actions.</a:t>
            </a:r>
          </a:p>
          <a:p>
            <a:r>
              <a:rPr lang="en-AU" dirty="0"/>
              <a:t>‘The Look’: When people pay attention to us it makes us aware of ourselves as objects. We feel them decide whether we have a purpose, and if our purpose is worthwhile. This leads to feelings of shame, pride, or even conflict.</a:t>
            </a:r>
          </a:p>
          <a:p>
            <a:endParaRPr lang="en-AU" dirty="0"/>
          </a:p>
          <a:p>
            <a:r>
              <a:rPr lang="en-AU" dirty="0"/>
              <a:t>People often deceive themselves into thinking they don't have choice. They do this to avoid responsibility for their actions. This self-deception is called "</a:t>
            </a:r>
            <a:r>
              <a:rPr lang="en-AU" b="1" dirty="0"/>
              <a:t>bad faith</a:t>
            </a:r>
            <a:r>
              <a:rPr lang="en-AU" dirty="0"/>
              <a:t>".</a:t>
            </a:r>
          </a:p>
          <a:p>
            <a:r>
              <a:rPr lang="en-AU" dirty="0"/>
              <a:t>To live in </a:t>
            </a:r>
            <a:r>
              <a:rPr lang="en-AU" b="1" dirty="0"/>
              <a:t>good faith </a:t>
            </a:r>
            <a:r>
              <a:rPr lang="en-AU" dirty="0"/>
              <a:t>means taking responsibility for our actions, and striving to live authentically, even if it means going against societal norms or expectations.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3155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PHILOSOPHY - Sartre">
            <a:hlinkClick r:id="" action="ppaction://media"/>
            <a:extLst>
              <a:ext uri="{FF2B5EF4-FFF2-40B4-BE49-F238E27FC236}">
                <a16:creationId xmlns:a16="http://schemas.microsoft.com/office/drawing/2014/main" id="{E0A72C53-5D66-0EE3-CEC1-5B7101067D6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73" y="0"/>
            <a:ext cx="12138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4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4" descr="Many question marks on black background">
            <a:extLst>
              <a:ext uri="{FF2B5EF4-FFF2-40B4-BE49-F238E27FC236}">
                <a16:creationId xmlns:a16="http://schemas.microsoft.com/office/drawing/2014/main" id="{A5AA8B84-AEA4-31B5-34C2-AED9CDCA84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77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A03296-868C-9F82-AFDA-0B75C420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b="1" u="sng">
                <a:solidFill>
                  <a:srgbClr val="FFFFFF"/>
                </a:solidFill>
              </a:rPr>
              <a:t>Discussion Questions: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12AC172-E4F6-A76F-52C9-6394E8DCE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endParaRPr lang="en-AU" sz="2000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</a:pPr>
            <a:r>
              <a:rPr lang="en-AU" sz="2000" dirty="0">
                <a:solidFill>
                  <a:srgbClr val="FFFFFF"/>
                </a:solidFill>
              </a:rPr>
              <a:t>What is an Authentic Life?</a:t>
            </a:r>
          </a:p>
          <a:p>
            <a:pPr>
              <a:spcBef>
                <a:spcPts val="3000"/>
              </a:spcBef>
            </a:pPr>
            <a:r>
              <a:rPr lang="en-AU" sz="2000" dirty="0">
                <a:solidFill>
                  <a:srgbClr val="FFFFFF"/>
                </a:solidFill>
              </a:rPr>
              <a:t>Are we closer to our true selves in times of crisis or during regular life?</a:t>
            </a:r>
          </a:p>
          <a:p>
            <a:pPr>
              <a:spcBef>
                <a:spcPts val="3000"/>
              </a:spcBef>
            </a:pPr>
            <a:r>
              <a:rPr lang="en-AU" sz="2000" dirty="0">
                <a:solidFill>
                  <a:srgbClr val="FFFFFF"/>
                </a:solidFill>
              </a:rPr>
              <a:t>How does the context of Nazi occupation of France during the early 1940's affect the meaning of this text?</a:t>
            </a:r>
          </a:p>
          <a:p>
            <a:pPr>
              <a:spcBef>
                <a:spcPts val="3000"/>
              </a:spcBef>
            </a:pPr>
            <a:r>
              <a:rPr lang="en-AU" sz="2000" dirty="0">
                <a:solidFill>
                  <a:srgbClr val="FFFFFF"/>
                </a:solidFill>
              </a:rPr>
              <a:t>If Sartre is right, what dilemmas does this present us in 21st century Australia?</a:t>
            </a:r>
          </a:p>
          <a:p>
            <a:pPr>
              <a:spcBef>
                <a:spcPts val="3000"/>
              </a:spcBef>
            </a:pPr>
            <a:r>
              <a:rPr lang="en-AU" sz="2000" dirty="0">
                <a:solidFill>
                  <a:srgbClr val="FFFFFF"/>
                </a:solidFill>
              </a:rPr>
              <a:t>What are some of the implications and assumptions suggested by this essay?</a:t>
            </a:r>
          </a:p>
          <a:p>
            <a:pPr>
              <a:spcBef>
                <a:spcPts val="3000"/>
              </a:spcBef>
            </a:pPr>
            <a:r>
              <a:rPr lang="en-AU" sz="2000" dirty="0">
                <a:solidFill>
                  <a:srgbClr val="FFFFFF"/>
                </a:solidFill>
              </a:rPr>
              <a:t>What are arguments in favour and against Sartre's position?</a:t>
            </a:r>
          </a:p>
        </p:txBody>
      </p:sp>
    </p:spTree>
    <p:extLst>
      <p:ext uri="{BB962C8B-B14F-4D97-AF65-F5344CB8AC3E}">
        <p14:creationId xmlns:p14="http://schemas.microsoft.com/office/powerpoint/2010/main" val="1501332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225</Words>
  <Application>Microsoft Office PowerPoint</Application>
  <PresentationFormat>Widescreen</PresentationFormat>
  <Paragraphs>16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Jean-Paul Sartre</vt:lpstr>
      <vt:lpstr>PowerPoint Presentation</vt:lpstr>
      <vt:lpstr>Key Ideas:</vt:lpstr>
      <vt:lpstr>PowerPoint Presentation</vt:lpstr>
      <vt:lpstr>Discussion Questions: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Jean-Paul Sartre</dc:title>
  <dc:creator>Peter Ellis</dc:creator>
  <cp:lastModifiedBy>Peter Ellis</cp:lastModifiedBy>
  <cp:revision>2</cp:revision>
  <dcterms:created xsi:type="dcterms:W3CDTF">2023-10-30T21:42:58Z</dcterms:created>
  <dcterms:modified xsi:type="dcterms:W3CDTF">2023-10-31T04:59:32Z</dcterms:modified>
</cp:coreProperties>
</file>