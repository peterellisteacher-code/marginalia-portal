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7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5B686-DB0D-B266-E2E7-6A76EB864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8F127-59B9-35DA-3D3D-2BAE13B02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45F10-1F94-4786-D0FC-06CD7A15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A96A0-7623-46F1-BBD6-68AC33DDCCE0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20FAF-AADC-4D17-214A-D799A62B3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68272-7A3F-3243-582D-665F27A2B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30B8-8066-45AA-B4E0-40CE36E3E9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520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120EC-A1A1-6B7D-48BD-863D03FE3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5A508-089B-48A6-A62A-4DB4C4BB4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A4BA4-1846-2466-0295-CBC3F09FC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A96A0-7623-46F1-BBD6-68AC33DDCCE0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AD73F-DF1B-08F9-63C5-DF6BAF96D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84F8-C0F5-C26D-19BC-787C3A87E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30B8-8066-45AA-B4E0-40CE36E3E9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9407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3571-4744-64B6-13A8-08C20A2EF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4C612-A03E-AB6B-8A3C-71F29A6FB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6B472-07E4-0964-0EA5-092C926BE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A96A0-7623-46F1-BBD6-68AC33DDCCE0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AD02C-074E-D4E9-CA3F-9B5DF9676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99FDE-1287-AAAB-3A4B-C061A7E27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30B8-8066-45AA-B4E0-40CE36E3E9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817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BD90-3FBE-2E9E-4D87-DE0B5972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F043C-D110-2AD0-6BE9-C9DA3EFFF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16F4BA-C9EE-AA39-B487-1FF6EDE05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F95BB-DECC-27CC-2A1F-5E9D0E90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A96A0-7623-46F1-BBD6-68AC33DDCCE0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71A2-43B9-8B78-CA07-8BDA56B14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0773B-DABF-4844-5F8F-FBA011F90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30B8-8066-45AA-B4E0-40CE36E3E9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320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A84E8-AE5B-46F9-3512-B4D11C42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D11A1-CD23-F563-5813-5975ECBDB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4F970-CEE0-DAF3-DE71-AF0BB10C7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58BB1E-DB48-E89C-4EE2-14DD8DD6E1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7A11EB-1BDC-BC95-C88C-AA425C4D8F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273CE-5130-8BED-57CD-8681B803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A96A0-7623-46F1-BBD6-68AC33DDCCE0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B72BA-2B92-2D24-45FC-968D18353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45472D-1EF0-096B-895E-3287F719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30B8-8066-45AA-B4E0-40CE36E3E9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3024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19237-FE75-4854-9B40-09BF6F2EF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71652C-D9F6-2D60-5DFD-2DCCD8420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A96A0-7623-46F1-BBD6-68AC33DDCCE0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B30BC-A21C-DB59-7E75-246D35B6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39B0A-9771-59F0-34E5-343A97C47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30B8-8066-45AA-B4E0-40CE36E3E9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7479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73C4FA-8FBC-EE13-0478-DDFC8DCC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A96A0-7623-46F1-BBD6-68AC33DDCCE0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888CEA-D556-9CE1-507A-228C21B00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BDCBD-7055-7E5C-CA7C-379508F8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30B8-8066-45AA-B4E0-40CE36E3E9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936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C85E2-4779-E31F-1DFD-EEAA3D6E0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A4D4C-E670-0AA2-F9E6-5968C01AE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78FC7B-AA52-584B-0797-9B971D991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2BD24-6B58-C688-4769-2670571B1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A96A0-7623-46F1-BBD6-68AC33DDCCE0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39310-7911-EF3A-3D6E-A0EA811EB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6B01F-2959-FC5A-13DE-E6782A63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30B8-8066-45AA-B4E0-40CE36E3E9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40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6589-8057-ECA1-232A-2B70DA517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CF3BB-D710-2294-6137-0C7BED326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EDAE1-1937-43CA-A263-EFDC10E8E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D03D3-AAF8-00A2-E3B9-A0DEEF01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A96A0-7623-46F1-BBD6-68AC33DDCCE0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9EF16-1315-A517-22A9-4B02A2D94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BA6F8-8B85-E878-D7DF-47DEBCC2F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30B8-8066-45AA-B4E0-40CE36E3E9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0539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E15D7-A1DF-C2A2-94F7-DEAA62A58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09C885-E2F2-FB24-C454-CC84DC8DB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06311-4822-403D-ABDF-5BF9D1A5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A96A0-7623-46F1-BBD6-68AC33DDCCE0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ECAC3-5573-FB53-51E9-5A49D22E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430F6-EDD7-D2DB-6FD0-90937BE6C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30B8-8066-45AA-B4E0-40CE36E3E9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032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1D2B48-B469-7790-F1EE-1EC4D9A2CD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5722F-5467-7469-2185-518958D03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7145B-8E90-559F-7824-09D27F49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A96A0-7623-46F1-BBD6-68AC33DDCCE0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F006C-1887-6820-1962-6616681F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05BC1-AC87-8FA0-356A-D3AE531C8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930B8-8066-45AA-B4E0-40CE36E3E9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0844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6659CE-66F2-0F71-3602-11C55354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FE662-61A4-0380-B83E-00BB6F17B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1B121-7D88-C016-8848-B511533A4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A96A0-7623-46F1-BBD6-68AC33DDCCE0}" type="datetimeFigureOut">
              <a:rPr lang="en-AU" smtClean="0"/>
              <a:t>31/10/2023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EFFE3-3AC6-52D8-F428-F7D09C0A8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CE999-AB86-825E-F654-73E2897D9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30B8-8066-45AA-B4E0-40CE36E3E9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2855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SwcDSk5YVE?feature=oembed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Ws2Y2cWme8c?feature=oembe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oCOxQiNIOo?feature=oembe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9kCJvfo28w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776D29F-0A2C-4F75-8582-7C7DFCBD1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F55440-E357-C8B5-6531-5959B369D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74819"/>
            <a:ext cx="4375151" cy="2858363"/>
          </a:xfrm>
        </p:spPr>
        <p:txBody>
          <a:bodyPr>
            <a:normAutofit/>
          </a:bodyPr>
          <a:lstStyle/>
          <a:p>
            <a:pPr algn="l"/>
            <a:r>
              <a:rPr lang="en-AU" sz="7200">
                <a:solidFill>
                  <a:schemeClr val="bg1"/>
                </a:solidFill>
              </a:rPr>
              <a:t>Simon de Beauvoir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AEB24-8188-DD0F-7E56-0FB3DC99D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414180"/>
            <a:ext cx="4377793" cy="1594508"/>
          </a:xfrm>
        </p:spPr>
        <p:txBody>
          <a:bodyPr>
            <a:normAutofit/>
          </a:bodyPr>
          <a:lstStyle/>
          <a:p>
            <a:pPr algn="l"/>
            <a:r>
              <a:rPr lang="en-AU">
                <a:solidFill>
                  <a:schemeClr val="bg1"/>
                </a:solidFill>
              </a:rPr>
              <a:t>‘We Define Ourselves Through Our Choices and Relationships’</a:t>
            </a:r>
          </a:p>
        </p:txBody>
      </p:sp>
      <p:pic>
        <p:nvPicPr>
          <p:cNvPr id="1026" name="Picture 2" descr="Simone de Beauvoir, Why I am a Feminist, 1 - Gabrielle Dubois, books,  historical romance">
            <a:extLst>
              <a:ext uri="{FF2B5EF4-FFF2-40B4-BE49-F238E27FC236}">
                <a16:creationId xmlns:a16="http://schemas.microsoft.com/office/drawing/2014/main" id="{F2520763-E1BD-1FCB-87BD-6CD3DDD83F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0" r="1540"/>
          <a:stretch/>
        </p:blipFill>
        <p:spPr bwMode="auto">
          <a:xfrm>
            <a:off x="5682343" y="1"/>
            <a:ext cx="6509657" cy="6857999"/>
          </a:xfrm>
          <a:custGeom>
            <a:avLst/>
            <a:gdLst/>
            <a:ahLst/>
            <a:cxnLst/>
            <a:rect l="l" t="t" r="r" b="b"/>
            <a:pathLst>
              <a:path w="650965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0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3" y="528850"/>
                  <a:pt x="335480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2" y="612658"/>
                </a:lnTo>
                <a:cubicBezTo>
                  <a:pt x="358987" y="604728"/>
                  <a:pt x="357230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8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5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509657" y="0"/>
                </a:lnTo>
                <a:lnTo>
                  <a:pt x="650965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0" y="6796804"/>
                </a:lnTo>
                <a:cubicBezTo>
                  <a:pt x="32161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5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7" y="6463490"/>
                </a:cubicBezTo>
                <a:cubicBezTo>
                  <a:pt x="116556" y="6431292"/>
                  <a:pt x="131034" y="6400429"/>
                  <a:pt x="146086" y="6363664"/>
                </a:cubicBezTo>
                <a:cubicBezTo>
                  <a:pt x="142275" y="6350899"/>
                  <a:pt x="131986" y="6331277"/>
                  <a:pt x="131034" y="6311084"/>
                </a:cubicBezTo>
                <a:cubicBezTo>
                  <a:pt x="127795" y="6246121"/>
                  <a:pt x="145513" y="6185351"/>
                  <a:pt x="173518" y="6127247"/>
                </a:cubicBezTo>
                <a:cubicBezTo>
                  <a:pt x="181899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5" y="6056948"/>
                </a:cubicBezTo>
                <a:cubicBezTo>
                  <a:pt x="243432" y="6050282"/>
                  <a:pt x="242863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1" y="5900735"/>
                  <a:pt x="264200" y="5897114"/>
                </a:cubicBezTo>
                <a:cubicBezTo>
                  <a:pt x="268199" y="5891590"/>
                  <a:pt x="274295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8" y="5779191"/>
                  <a:pt x="299823" y="5771953"/>
                  <a:pt x="302870" y="5765474"/>
                </a:cubicBezTo>
                <a:cubicBezTo>
                  <a:pt x="305728" y="5759378"/>
                  <a:pt x="310683" y="5754234"/>
                  <a:pt x="313730" y="5748136"/>
                </a:cubicBezTo>
                <a:cubicBezTo>
                  <a:pt x="321920" y="5731564"/>
                  <a:pt x="329541" y="5714607"/>
                  <a:pt x="338685" y="5695178"/>
                </a:cubicBezTo>
                <a:cubicBezTo>
                  <a:pt x="321541" y="5684320"/>
                  <a:pt x="331257" y="5669647"/>
                  <a:pt x="339447" y="5651360"/>
                </a:cubicBezTo>
                <a:cubicBezTo>
                  <a:pt x="347830" y="5632691"/>
                  <a:pt x="350497" y="5611164"/>
                  <a:pt x="353545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5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2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2" y="4346201"/>
                  <a:pt x="391265" y="4340674"/>
                  <a:pt x="392218" y="4335722"/>
                </a:cubicBezTo>
                <a:cubicBezTo>
                  <a:pt x="401743" y="4281810"/>
                  <a:pt x="387838" y="4231324"/>
                  <a:pt x="369547" y="4181603"/>
                </a:cubicBezTo>
                <a:cubicBezTo>
                  <a:pt x="367643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6" y="4078159"/>
                  <a:pt x="348211" y="4040058"/>
                  <a:pt x="331447" y="4003861"/>
                </a:cubicBezTo>
                <a:cubicBezTo>
                  <a:pt x="314494" y="3967091"/>
                  <a:pt x="300203" y="3932993"/>
                  <a:pt x="317349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3" y="3799258"/>
                  <a:pt x="307443" y="3784397"/>
                </a:cubicBezTo>
                <a:cubicBezTo>
                  <a:pt x="307443" y="3744770"/>
                  <a:pt x="297345" y="3709529"/>
                  <a:pt x="276771" y="3675238"/>
                </a:cubicBezTo>
                <a:cubicBezTo>
                  <a:pt x="268770" y="3661899"/>
                  <a:pt x="274106" y="3641134"/>
                  <a:pt x="272009" y="3623799"/>
                </a:cubicBezTo>
                <a:cubicBezTo>
                  <a:pt x="269533" y="3605509"/>
                  <a:pt x="267247" y="3586653"/>
                  <a:pt x="261720" y="3569124"/>
                </a:cubicBezTo>
                <a:cubicBezTo>
                  <a:pt x="247243" y="3523785"/>
                  <a:pt x="230859" y="3479015"/>
                  <a:pt x="215618" y="3433866"/>
                </a:cubicBezTo>
                <a:cubicBezTo>
                  <a:pt x="203045" y="3396719"/>
                  <a:pt x="212951" y="3360139"/>
                  <a:pt x="218286" y="3323372"/>
                </a:cubicBezTo>
                <a:cubicBezTo>
                  <a:pt x="221715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5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5" y="2966742"/>
                  <a:pt x="144560" y="2940455"/>
                  <a:pt x="128366" y="2910353"/>
                </a:cubicBezTo>
                <a:cubicBezTo>
                  <a:pt x="117318" y="2889587"/>
                  <a:pt x="109126" y="2866918"/>
                  <a:pt x="102268" y="2844248"/>
                </a:cubicBezTo>
                <a:cubicBezTo>
                  <a:pt x="93313" y="2813958"/>
                  <a:pt x="87978" y="2782716"/>
                  <a:pt x="79216" y="2752235"/>
                </a:cubicBezTo>
                <a:cubicBezTo>
                  <a:pt x="66072" y="2706131"/>
                  <a:pt x="55785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1" y="2360933"/>
                </a:cubicBezTo>
                <a:cubicBezTo>
                  <a:pt x="28541" y="2356744"/>
                  <a:pt x="36543" y="2344741"/>
                  <a:pt x="37877" y="2335405"/>
                </a:cubicBezTo>
                <a:cubicBezTo>
                  <a:pt x="41877" y="2307402"/>
                  <a:pt x="35971" y="2281683"/>
                  <a:pt x="23017" y="2254633"/>
                </a:cubicBezTo>
                <a:cubicBezTo>
                  <a:pt x="10824" y="2229296"/>
                  <a:pt x="12158" y="2197670"/>
                  <a:pt x="7395" y="2168903"/>
                </a:cubicBezTo>
                <a:cubicBezTo>
                  <a:pt x="5680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4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68" y="1851709"/>
                  <a:pt x="52545" y="1813610"/>
                  <a:pt x="68738" y="1768838"/>
                </a:cubicBezTo>
                <a:cubicBezTo>
                  <a:pt x="85886" y="1721785"/>
                  <a:pt x="112174" y="1676253"/>
                  <a:pt x="104363" y="1623675"/>
                </a:cubicBezTo>
                <a:cubicBezTo>
                  <a:pt x="99601" y="1591859"/>
                  <a:pt x="88551" y="1561189"/>
                  <a:pt x="81882" y="1529563"/>
                </a:cubicBezTo>
                <a:cubicBezTo>
                  <a:pt x="79597" y="1518324"/>
                  <a:pt x="79978" y="1505751"/>
                  <a:pt x="82264" y="1494509"/>
                </a:cubicBezTo>
                <a:cubicBezTo>
                  <a:pt x="92743" y="1440216"/>
                  <a:pt x="94266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6" y="1151600"/>
                </a:cubicBezTo>
                <a:cubicBezTo>
                  <a:pt x="100553" y="1134834"/>
                  <a:pt x="96553" y="1114449"/>
                  <a:pt x="98077" y="1095972"/>
                </a:cubicBezTo>
                <a:cubicBezTo>
                  <a:pt x="99409" y="1078826"/>
                  <a:pt x="99981" y="1061298"/>
                  <a:pt x="104363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3" y="949281"/>
                  <a:pt x="103219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6" y="694576"/>
                </a:cubicBezTo>
                <a:cubicBezTo>
                  <a:pt x="102268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2" y="531310"/>
                  <a:pt x="114080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6" y="340425"/>
                  <a:pt x="88551" y="300800"/>
                  <a:pt x="84930" y="261173"/>
                </a:cubicBezTo>
                <a:cubicBezTo>
                  <a:pt x="84168" y="252600"/>
                  <a:pt x="88933" y="243648"/>
                  <a:pt x="89313" y="234883"/>
                </a:cubicBezTo>
                <a:cubicBezTo>
                  <a:pt x="90266" y="207450"/>
                  <a:pt x="90457" y="180017"/>
                  <a:pt x="91026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8" y="85336"/>
                  <a:pt x="98077" y="66857"/>
                  <a:pt x="83217" y="47806"/>
                </a:cubicBezTo>
                <a:cubicBezTo>
                  <a:pt x="77453" y="40471"/>
                  <a:pt x="73691" y="32636"/>
                  <a:pt x="71206" y="24480"/>
                </a:cubicBezTo>
                <a:close/>
              </a:path>
            </a:pathLst>
          </a:custGeom>
          <a:noFill/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C4D41903-2C9D-4F9E-AA1F-6161F8A6F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40986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8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8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9E4574B5-C90E-412D-BAB0-B9F483290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40988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7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7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97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05FC5-5B21-8BD6-F17D-C95855F18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14589"/>
          </a:xfrm>
        </p:spPr>
        <p:txBody>
          <a:bodyPr>
            <a:normAutofit fontScale="90000"/>
          </a:bodyPr>
          <a:lstStyle/>
          <a:p>
            <a:r>
              <a:rPr lang="en-AU" dirty="0"/>
              <a:t>Biography:</a:t>
            </a:r>
          </a:p>
        </p:txBody>
      </p:sp>
      <p:pic>
        <p:nvPicPr>
          <p:cNvPr id="4" name="Online Media 3" title="Simone de Beauvoir's life - a short animation">
            <a:hlinkClick r:id="" action="ppaction://media"/>
            <a:extLst>
              <a:ext uri="{FF2B5EF4-FFF2-40B4-BE49-F238E27FC236}">
                <a16:creationId xmlns:a16="http://schemas.microsoft.com/office/drawing/2014/main" id="{3A7CD806-435E-B736-7131-71FEF5ACB53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70857" y="614589"/>
            <a:ext cx="11050285" cy="624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304F6-EF17-B4B5-1E5D-03D1D34FD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175"/>
          </a:xfrm>
        </p:spPr>
        <p:txBody>
          <a:bodyPr/>
          <a:lstStyle/>
          <a:p>
            <a:r>
              <a:rPr lang="en-AU" dirty="0"/>
              <a:t>Key Ideas: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B0602-BFCF-7097-3C05-D3DC4F836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7300"/>
            <a:ext cx="10515600" cy="5235575"/>
          </a:xfrm>
        </p:spPr>
        <p:txBody>
          <a:bodyPr>
            <a:normAutofit/>
          </a:bodyPr>
          <a:lstStyle/>
          <a:p>
            <a:r>
              <a:rPr lang="en-AU" dirty="0"/>
              <a:t>Every person has the freedom to make choices, and these choices shape their identity and destiny.</a:t>
            </a:r>
          </a:p>
          <a:p>
            <a:r>
              <a:rPr lang="en-AU" dirty="0"/>
              <a:t>Life is filled with uncertainty. By navigating this uncertainty and making choices that individuals define their essence and purpose.</a:t>
            </a:r>
          </a:p>
          <a:p>
            <a:r>
              <a:rPr lang="en-AU" dirty="0"/>
              <a:t>Our interactions with others, whether in friendship, love, or conflict, offer reflections of our own self and beliefs.</a:t>
            </a:r>
          </a:p>
          <a:p>
            <a:r>
              <a:rPr lang="en-AU" dirty="0"/>
              <a:t>Living authentically means making choices that align with our true self, rather than conforming to external pressures or societal norms.</a:t>
            </a:r>
          </a:p>
          <a:p>
            <a:r>
              <a:rPr lang="en-AU" dirty="0"/>
              <a:t>De Beauvoir argues that women's identities have been historically shaped by societal norms and expectations. She argues that women, like men, should be free to define themselves beyond societal roles.</a:t>
            </a:r>
          </a:p>
        </p:txBody>
      </p:sp>
    </p:spTree>
    <p:extLst>
      <p:ext uri="{BB962C8B-B14F-4D97-AF65-F5344CB8AC3E}">
        <p14:creationId xmlns:p14="http://schemas.microsoft.com/office/powerpoint/2010/main" val="302419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The meaning of life according to Simone de Beauvoir - Iseult Gillespie">
            <a:hlinkClick r:id="" action="ppaction://media"/>
            <a:extLst>
              <a:ext uri="{FF2B5EF4-FFF2-40B4-BE49-F238E27FC236}">
                <a16:creationId xmlns:a16="http://schemas.microsoft.com/office/drawing/2014/main" id="{4C076A95-F37E-A1BA-360F-6D777D85A2F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73" y="0"/>
            <a:ext cx="12138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4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Philosophy: Simone de Beauvoir: Biography (English)">
            <a:hlinkClick r:id="" action="ppaction://media"/>
            <a:extLst>
              <a:ext uri="{FF2B5EF4-FFF2-40B4-BE49-F238E27FC236}">
                <a16:creationId xmlns:a16="http://schemas.microsoft.com/office/drawing/2014/main" id="{315AE607-87D2-80E4-564F-DF7D43AD910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27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What is Woman? (de Beauvoir + Metroid) – 8-Bit Philosophy">
            <a:hlinkClick r:id="" action="ppaction://media"/>
            <a:extLst>
              <a:ext uri="{FF2B5EF4-FFF2-40B4-BE49-F238E27FC236}">
                <a16:creationId xmlns:a16="http://schemas.microsoft.com/office/drawing/2014/main" id="{2BCBA9D2-C519-2808-58EF-CEB0F261D6A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73" y="0"/>
            <a:ext cx="121380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54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136</Words>
  <Application>Microsoft Office PowerPoint</Application>
  <PresentationFormat>Widescreen</PresentationFormat>
  <Paragraphs>9</Paragraphs>
  <Slides>6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Simon de Beauvoir</vt:lpstr>
      <vt:lpstr>Biography:</vt:lpstr>
      <vt:lpstr>Key Ideas:</vt:lpstr>
      <vt:lpstr>PowerPoint Presentation</vt:lpstr>
      <vt:lpstr>PowerPoint Presentation</vt:lpstr>
      <vt:lpstr>PowerPoint Presentation</vt:lpstr>
    </vt:vector>
  </TitlesOfParts>
  <Company>The University of Adelaide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Simon de Beauvoir</dc:title>
  <dc:creator>Peter Ellis</dc:creator>
  <cp:lastModifiedBy>Peter Ellis</cp:lastModifiedBy>
  <cp:revision>1</cp:revision>
  <dcterms:created xsi:type="dcterms:W3CDTF">2023-10-31T03:57:40Z</dcterms:created>
  <dcterms:modified xsi:type="dcterms:W3CDTF">2023-10-31T04:32:00Z</dcterms:modified>
</cp:coreProperties>
</file>